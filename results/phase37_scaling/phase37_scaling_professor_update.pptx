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New Global Graph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The old path trains separate bounded GNNs for graph communities.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The new path stores nodes, edges, and official splits in Delta Lake.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Spark computes two neighbor-mean propagation hops across the distributed graph.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The propagated features are cached in Delta Lake.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One global logistic-regression classifier is trained on all training nodes.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No full graph or large adjacency list is collected on the driver.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Experiment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834640"/>
                <a:gridCol w="201168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Propagation edges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Node coverage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WikiCS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11,701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431,206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0.7746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ogbn-products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2,449,029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123,718,024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0.7068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ogbn-papers100M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111,059,956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3,228,124,712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0.6327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862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The same nodes-edges-splits pipeline was used across all three graph sizes.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Executor count changes runtime only; accuracy is unchanged because the computation is the same.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Papers100M is the large-scale stress test of the general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Executor Scaling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365760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8 executors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propagation time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Recommended executors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WikiCS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41.1 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41.0 s at 16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ogbn-products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110.4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81.7 s at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ogbn-papers100M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3,199.1 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1,912.0 s at 32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8620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Papers100M propagation improved 1.67x from 8 to 32 executors.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Increasing from 32 to 64 executors gave only a small additional improvement.</a:t>
            </a:r>
          </a:p>
          <a:p>
            <a:pPr>
              <a:spcAft>
                <a:spcPts val="1600"/>
              </a:spcAft>
              <a:defRPr sz="1900">
                <a:solidFill>
                  <a:srgbClr val="000000"/>
                </a:solidFill>
                <a:latin typeface="Aptos"/>
              </a:defRPr>
            </a:pPr>
            <a:r>
              <a:t>Next: compare this path with the community GNN path and specialized distributed GNN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